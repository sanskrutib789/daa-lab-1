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58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0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822960"/>
            <a:ext cx="3474720" cy="3474720"/>
          </a:xfrm>
          <a:prstGeom prst="ellipse">
            <a:avLst/>
          </a:prstGeom>
          <a:solidFill>
            <a:srgbClr val="1B998B">
              <a:alpha val="45000"/>
            </a:srgbClr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291840"/>
            <a:ext cx="2194560" cy="2194560"/>
          </a:xfrm>
          <a:prstGeom prst="ellipse">
            <a:avLst/>
          </a:prstGeom>
          <a:solidFill>
            <a:srgbClr val="F2A541">
              <a:alpha val="40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Longest Common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Subsequence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approach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Sanskruti Bramhankar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25070521260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Subsequence?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obtained by deleting zero or more characters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order is preserved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need not be adjacent (unlike a substring)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 ABCDE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Subsequence "ACE"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6656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0664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"BCD"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32918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0" y="32918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26480" y="32918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66560" y="32918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406640" y="32918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substring is a subsequence, but not the reverse.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Longest Common Subsequence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two strings, find the longest sequence that appears in both, in the same relative order.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78992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609344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093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139696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969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70048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7004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78992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7899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09344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0934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139696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3969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670048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7004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004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730752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3075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H="1">
            <a:off x="777240" y="2560320"/>
            <a:ext cx="530352" cy="640080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H="1">
            <a:off x="1837944" y="2560320"/>
            <a:ext cx="530352" cy="640080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898648" y="2560320"/>
            <a:ext cx="0" cy="640080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429000" y="2560320"/>
            <a:ext cx="530352" cy="640080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669280" y="201168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9788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LCS = "GTAB"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2606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4. An LCS may not be unique; the length always is.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Brute Force Fails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2ⁿ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subsequences of a string of length 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3716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subsequence of X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one against 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grows exponentially: about O(2ⁿ · m)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Subproblems repeat, so dynamic programming fits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Substructure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C[i][j] be the LCS length of the first i characters of X and the first j characters of 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C[i][j] 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= 0 or j = 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21031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Characters match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C[i][j] 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C[i−1][j−1] + 1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X[i] = Y[j]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match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C[i][j] 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max(C[i−1][j], C[i][j−1])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DP Table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3716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AGGTAB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GXTXAYB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row by row, left to right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the bottom-right cell: 4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LCS(X, Y):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 = len(X);  n = len(Y)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C[0..m][0..n] 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1 to m: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= 1 to 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X[i] == Y[j]: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C[i][j] = C[i-1][j-1] + 1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C[i][j] = max(C[i-1][j], C[i][j-1])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C[m][n]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12344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 × 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788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 × n)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the Subsequence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3716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bottom-right cell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take the letter, move diagonally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match: move toward the larger neighbor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letters in reverse: GTAB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LCS Is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 tools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changes between file versions, as in git diff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691640"/>
            <a:ext cx="594360" cy="5943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Bioinformatics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DNA and protein sequences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91840"/>
            <a:ext cx="594360" cy="5943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checks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similarity between documents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E6F3F1"/>
          </a:solidFill>
          <a:ln w="12700">
            <a:solidFill>
              <a:srgbClr val="E6F3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91840"/>
            <a:ext cx="594360" cy="5943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edits and spell-correction support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108960"/>
            <a:ext cx="3291840" cy="3291840"/>
          </a:xfrm>
          <a:prstGeom prst="ellipse">
            <a:avLst/>
          </a:prstGeom>
          <a:solidFill>
            <a:srgbClr val="1B998B">
              <a:alpha val="45000"/>
            </a:srgbClr>
          </a:solidFill>
          <a:ln w="12700">
            <a:solidFill>
              <a:srgbClr val="1B998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LCS: build a table, match or take the max, then trace back.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Sanskruti Bramhankar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25070521260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Claude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669</Words>
  <Application>Microsoft Office PowerPoint</Application>
  <PresentationFormat>On-screen Show (16:9)</PresentationFormat>
  <Paragraphs>256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Longest Common Subsequence</dc:title>
  <dc:subject>PptxGenJS Presentation</dc:subject>
  <dc:creator>Sanskruti Bramhankar</dc:creator>
  <cp:lastModifiedBy>Sanskruti Bramhankar</cp:lastModifiedBy>
  <cp:revision>2</cp:revision>
  <dcterms:created xsi:type="dcterms:W3CDTF">2026-10-14T06:10:39Z</dcterms:created>
  <dcterms:modified xsi:type="dcterms:W3CDTF">2026-10-20T04:36:03Z</dcterms:modified>
</cp:coreProperties>
</file>